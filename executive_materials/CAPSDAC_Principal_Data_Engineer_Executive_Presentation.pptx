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766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CAPSDAC Enrollment Forecast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6675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BF5"/>
                </a:solidFill>
              </a:defRPr>
            </a:pPr>
            <a:r>
              <a:t>Principal Data Engineer Portfolio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Lakehouse-ready data product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Data contracts, governance, and privacy controls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ML forecasting and executive reporting</a:t>
            </a:r>
          </a:p>
        </p:txBody>
      </p:sp>
      <p:pic>
        <p:nvPicPr>
          <p:cNvPr id="6" name="Picture 5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This Project Fits Principal Data Engineer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From notebook ML to governed education data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Owns the end-to-end platform: source data, validation, features, model, reports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Demonstrates privacy-conscious handling of sensitive education data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Connects technical architecture to staffing, capacity, and budget decisions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Shows cloud productionization: S3, Glue, Step Functions, SageMaker, Athena, monitoring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Current Repository Strength + Upgrade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What already works, and what had to be strengthened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Original repo: preprocessing, lag features, recursive forecast, vendor/site analysis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Gap for principal roles: production architecture, data contracts, CI/CD, monitoring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Upgrade adds modular package design, tests, cloud deployment skeletons, governance docs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Outcome: more credible for principal, staff, and AI data platform interviews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Bronze/Silver/Gold lakehouse with ML and reporting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Bronze: immutable monthly CAPSDAC-style snapshots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Silver: validated parquet and contract-driven conformance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Gold: forecast features and vendor/site contribution marts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ML layer: recursive random forest forecast and artifact tracking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Consumption: dashboard, director report, CSV/API-ready outputs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Contracts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Prevent schema drift and protect sensitive education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Required grain: SnapshotMonth x PreschoolCDSCode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Quality rules: non-negative enrollment, no duplicate site-month keys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Privacy rules: no child names, DOB, address, guardian IDs, or credentials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Public package uses synthetic de-identified data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28016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38988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Site-Month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Data grain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28016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38988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No PII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Privacy 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4320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85292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No duplicates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Quality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4320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85292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Planning only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Use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Machine 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Short-horizon planning model designed for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Lag features: 1, 3, 6, and 12 month enrollment history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Rolling features: 3 and 6 month recent momentum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Seasonality: month sine/cosine indicators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Model: Random Forest Regressor for nonlinear site-level demand patterns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Forecast: recursive multi-month site forecasts aggregated to vendor/statewide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Results and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Model metrics and feature importance communicate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MAE: 4.13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RMSE: 5.49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R2: 1.00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Feature importance highlights lag and seasonal drivers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Used for aggregate planning, not certified counts or individual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4.13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5.49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1.00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R2</a:t>
            </a:r>
          </a:p>
        </p:txBody>
      </p:sp>
      <p:pic>
        <p:nvPicPr>
          <p:cNvPr id="11" name="Picture 10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14600"/>
            <a:ext cx="51206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Forecast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Planning outputs at statewide, vendor, and site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Statewide forecast supports budget timing and staffing readiness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Vendor forecast identifies concentration risk among large providers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Site heatmap supports targeted capacity planning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Outputs are stored as reproducible CSV and figure artifacts</a:t>
            </a:r>
          </a:p>
        </p:txBody>
      </p:sp>
      <p:pic>
        <p:nvPicPr>
          <p:cNvPr id="5" name="Picture 4" descr="top_si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What makes this principal-level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Automated validation and reproducible pipeline scripts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GitHub Actions CI for tests and quality checks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Monitoring plan: row counts, missing vendors/sites, forecast drift, schema drift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Cloud roadmap: S3, Glue, Step Functions, SageMaker, Athena, QuickSight, CloudWatch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Translate platform outputs into director-level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Target capacity support to high-demand sites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Plan staffing ahead of school-year peaks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Treat leading vendors as strategic partners and concentration risks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Use forecasts alongside policy judgment and domain review</a:t>
            </a:r>
          </a:p>
        </p:txBody>
      </p:sp>
      <p:pic>
        <p:nvPicPr>
          <p:cNvPr id="5" name="Picture 4" descr="top_vendor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Interview Talk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60-second answer for principal data engineer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upgraded CAPSDAC forecasting into a governed data platform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designed lakehouse layers, data contracts, model training, forecast outputs, and executive reporting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added cloud production architecture, monitoring, CI/CD, and privacy controls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The project shows I can turn analytics into reliable data products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How to take the portfolio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1. Connect secure CAPSDAC extracts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1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2. Register Bronze/Silver/Gold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1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3. Add monthly backtesting and drift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4. Deploy forecast refresh in SageMaker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5. Publish Athena/QuickSight data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6. Formalize governance and access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The strongest story is platform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This project now demonstrates end-to-end ownership of an education data product.</a:t>
            </a:r>
          </a:p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It combines data engineering, governance, applied ML, stakeholder reporting, and cloud architecture.</a:t>
            </a:r>
          </a:p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For principal roles, the value is not only forecast accuracy; it is reliability, privacy, repeatability, and executive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